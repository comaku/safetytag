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65" r:id="rId5"/>
    <p:sldId id="260" r:id="rId6"/>
    <p:sldId id="262" r:id="rId7"/>
    <p:sldId id="271" r:id="rId8"/>
    <p:sldId id="267" r:id="rId9"/>
    <p:sldId id="261" r:id="rId10"/>
    <p:sldId id="266" r:id="rId11"/>
    <p:sldId id="268" r:id="rId12"/>
    <p:sldId id="270" r:id="rId13"/>
    <p:sldId id="263" r:id="rId14"/>
    <p:sldId id="269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30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23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342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6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27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57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0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38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09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82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3173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663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8338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848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109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0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21" Type="http://schemas.openxmlformats.org/officeDocument/2006/relationships/image" Target="../media/image4.png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image" Target="../media/image3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2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image" Target="../media/image5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881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7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0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 /><Relationship Id="rId2" Type="http://schemas.openxmlformats.org/officeDocument/2006/relationships/image" Target="../media/image23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7.jpeg" /><Relationship Id="rId5" Type="http://schemas.openxmlformats.org/officeDocument/2006/relationships/image" Target="../media/image26.jpeg" /><Relationship Id="rId4" Type="http://schemas.openxmlformats.org/officeDocument/2006/relationships/image" Target="../media/image25.jpe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 /><Relationship Id="rId2" Type="http://schemas.openxmlformats.org/officeDocument/2006/relationships/image" Target="../media/image28.jpe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44F13F-6BDE-5B6B-6602-E775EA58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5012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16" y="389185"/>
            <a:ext cx="8596668" cy="1320800"/>
          </a:xfrm>
        </p:spPr>
        <p:txBody>
          <a:bodyPr/>
          <a:lstStyle/>
          <a:p>
            <a:r>
              <a:rPr b="1">
                <a:solidFill>
                  <a:schemeClr val="accent2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69" y="1080165"/>
            <a:ext cx="8437315" cy="2572387"/>
          </a:xfrm>
        </p:spPr>
        <p:txBody>
          <a:bodyPr>
            <a:noAutofit/>
          </a:bodyPr>
          <a:lstStyle/>
          <a:p>
            <a:r>
              <a:rPr sz="3200" b="1" dirty="0"/>
              <a:t>Millions of students lack affordable notebook</a:t>
            </a:r>
            <a:r>
              <a:rPr lang="en-US" sz="3200" b="1" dirty="0"/>
              <a:t>s.</a:t>
            </a:r>
          </a:p>
          <a:p>
            <a:r>
              <a:rPr lang="en-US" sz="3200" b="1" dirty="0"/>
              <a:t>Plastic waste pollutes communities for hundreds of years.</a:t>
            </a:r>
          </a:p>
          <a:p>
            <a:r>
              <a:rPr lang="en-US" sz="3200" b="1" dirty="0"/>
              <a:t>About 3 billion trees are cut down for paper packaging.</a:t>
            </a:r>
            <a:endParaRPr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6D089-5876-83A0-4623-8C0A1428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302" y="4424502"/>
            <a:ext cx="5739746" cy="2044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618" y="394952"/>
            <a:ext cx="8596668" cy="1320800"/>
          </a:xfrm>
        </p:spPr>
        <p:txBody>
          <a:bodyPr/>
          <a:lstStyle/>
          <a:p>
            <a:r>
              <a:rPr b="1">
                <a:solidFill>
                  <a:schemeClr val="accent2"/>
                </a:solidFill>
              </a:rP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47" y="1231792"/>
            <a:ext cx="8596668" cy="3880773"/>
          </a:xfrm>
        </p:spPr>
        <p:txBody>
          <a:bodyPr>
            <a:normAutofit/>
          </a:bodyPr>
          <a:lstStyle/>
          <a:p>
            <a:r>
              <a:rPr sz="3200" b="1"/>
              <a:t>Convert plastic waste into durable notebooks</a:t>
            </a:r>
          </a:p>
          <a:p>
            <a:pPr lvl="1"/>
            <a:r>
              <a:rPr sz="3200" b="1"/>
              <a:t>Blended with banana stem fiber and sawdust</a:t>
            </a:r>
          </a:p>
          <a:p>
            <a:pPr lvl="1"/>
            <a:r>
              <a:rPr sz="3200" b="1"/>
              <a:t>Affordable, tree-free, locally produced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193B88-12A1-0B60-DE22-3A440244A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57" y="4413957"/>
            <a:ext cx="2979959" cy="19830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78EFD9-9E43-2F24-14A9-3C2D69F6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71" y="4061799"/>
            <a:ext cx="3077454" cy="25106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96986D-E8BA-5401-912D-D23815B697A6}"/>
              </a:ext>
            </a:extLst>
          </p:cNvPr>
          <p:cNvCxnSpPr>
            <a:cxnSpLocks/>
          </p:cNvCxnSpPr>
          <p:nvPr/>
        </p:nvCxnSpPr>
        <p:spPr>
          <a:xfrm>
            <a:off x="3995753" y="5342051"/>
            <a:ext cx="1974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4447B-33D0-4B18-6DEC-AB6181980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How Waste2Learn Works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0493A-4883-C2E9-AD55-2DD48C767DB9}"/>
              </a:ext>
            </a:extLst>
          </p:cNvPr>
          <p:cNvSpPr/>
          <p:nvPr/>
        </p:nvSpPr>
        <p:spPr>
          <a:xfrm>
            <a:off x="2296227" y="1317387"/>
            <a:ext cx="5358880" cy="968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Plastic waste collection and washing</a:t>
            </a:r>
            <a:r>
              <a:rPr lang="en-US" sz="2800" b="1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83061-22DB-CB01-82AA-BDFAE1462732}"/>
              </a:ext>
            </a:extLst>
          </p:cNvPr>
          <p:cNvSpPr/>
          <p:nvPr/>
        </p:nvSpPr>
        <p:spPr>
          <a:xfrm>
            <a:off x="2296227" y="2553964"/>
            <a:ext cx="5315516" cy="5227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Shredding plastic waste </a:t>
            </a:r>
            <a:endParaRPr lang="en-US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982B4-BAE0-97DD-D86B-5BA7FBC21983}"/>
              </a:ext>
            </a:extLst>
          </p:cNvPr>
          <p:cNvSpPr/>
          <p:nvPr/>
        </p:nvSpPr>
        <p:spPr>
          <a:xfrm>
            <a:off x="2252863" y="3344437"/>
            <a:ext cx="5358880" cy="7204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Melt the shredded plastic waste</a:t>
            </a:r>
            <a:endParaRPr lang="en-US" sz="2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F56F8F-D8F3-7737-F6E2-7D52671553A2}"/>
              </a:ext>
            </a:extLst>
          </p:cNvPr>
          <p:cNvSpPr/>
          <p:nvPr/>
        </p:nvSpPr>
        <p:spPr>
          <a:xfrm>
            <a:off x="2296228" y="4249934"/>
            <a:ext cx="5358880" cy="7542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Mixing with powdered Banana stem &amp; Sawdust</a:t>
            </a:r>
            <a:r>
              <a:rPr lang="en-US" sz="2800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948617-A1C4-6555-0E45-C647F70A7686}"/>
              </a:ext>
            </a:extLst>
          </p:cNvPr>
          <p:cNvSpPr/>
          <p:nvPr/>
        </p:nvSpPr>
        <p:spPr>
          <a:xfrm>
            <a:off x="2252863" y="5959478"/>
            <a:ext cx="5402244" cy="754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Cutting &amp; Binding</a:t>
            </a:r>
            <a:endParaRPr lang="en-US" sz="28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742F8D-CCF2-DA8E-045B-715E07AE9876}"/>
              </a:ext>
            </a:extLst>
          </p:cNvPr>
          <p:cNvSpPr/>
          <p:nvPr/>
        </p:nvSpPr>
        <p:spPr>
          <a:xfrm>
            <a:off x="2296227" y="5211253"/>
            <a:ext cx="5358880" cy="503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Sheet Pressing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49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14" y="279373"/>
            <a:ext cx="8596668" cy="1320800"/>
          </a:xfrm>
        </p:spPr>
        <p:txBody>
          <a:bodyPr/>
          <a:lstStyle/>
          <a:p>
            <a:r>
              <a:rPr b="1">
                <a:solidFill>
                  <a:schemeClr val="accent2"/>
                </a:solidFill>
              </a:rPr>
              <a:t>Why Waste2Learn?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14" y="1398101"/>
            <a:ext cx="9708689" cy="3357176"/>
          </a:xfrm>
        </p:spPr>
        <p:txBody>
          <a:bodyPr>
            <a:normAutofit/>
          </a:bodyPr>
          <a:lstStyle/>
          <a:p>
            <a:r>
              <a:rPr sz="3200" b="1" dirty="0"/>
              <a:t>No trees are cut</a:t>
            </a:r>
            <a:r>
              <a:rPr lang="en-US" sz="3200" b="1" dirty="0"/>
              <a:t>.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/>
              <a:t>Stronger and longer-lasting than paper.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/>
              <a:t>Uses waste instead of mined materials.</a:t>
            </a:r>
            <a:endParaRPr sz="3200" b="1" dirty="0"/>
          </a:p>
          <a:p>
            <a:pPr marL="812810" lvl="1" indent="0">
              <a:buNone/>
            </a:pPr>
            <a:endParaRPr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BCCF33-13FE-3473-6D5E-286C42A5A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06" y="4507605"/>
            <a:ext cx="2813636" cy="21700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B26569-D707-F54E-A948-473744726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878" y="4606675"/>
            <a:ext cx="3138715" cy="2088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02" y="304895"/>
            <a:ext cx="8596668" cy="1320800"/>
          </a:xfrm>
        </p:spPr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Business Model &amp; </a:t>
            </a:r>
            <a:r>
              <a:rPr lang="en-US" b="1" dirty="0">
                <a:solidFill>
                  <a:schemeClr val="accent2"/>
                </a:solidFill>
              </a:rPr>
              <a:t>Cost Price 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02" y="1351532"/>
            <a:ext cx="8596668" cy="3880773"/>
          </a:xfrm>
        </p:spPr>
        <p:txBody>
          <a:bodyPr>
            <a:normAutofit/>
          </a:bodyPr>
          <a:lstStyle/>
          <a:p>
            <a:r>
              <a:rPr sz="3200" b="1" dirty="0"/>
              <a:t>Sell notebooks to schools and NGOs</a:t>
            </a:r>
          </a:p>
          <a:p>
            <a:pPr lvl="1"/>
            <a:r>
              <a:rPr sz="3200" b="1" dirty="0"/>
              <a:t>Low-cost locally fabricated machines</a:t>
            </a:r>
          </a:p>
          <a:p>
            <a:pPr lvl="1"/>
            <a:r>
              <a:rPr sz="3200" b="1" dirty="0"/>
              <a:t>Pilot-first to prove demand and profit</a:t>
            </a:r>
            <a:endParaRPr lang="en-US" sz="3200" b="1" dirty="0"/>
          </a:p>
          <a:p>
            <a:pPr lvl="1"/>
            <a:r>
              <a:rPr lang="en-US" sz="3200" b="1" dirty="0"/>
              <a:t>We estimate to sell one note book for $0.4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02" y="304895"/>
            <a:ext cx="8596668" cy="1320800"/>
          </a:xfrm>
        </p:spPr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Business Model &amp; </a:t>
            </a:r>
            <a:r>
              <a:rPr lang="en-US" b="1" dirty="0">
                <a:solidFill>
                  <a:schemeClr val="accent2"/>
                </a:solidFill>
              </a:rPr>
              <a:t>Cost Price </a:t>
            </a:r>
            <a:endParaRPr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61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C1A2-D742-CE0D-D746-F45FB2F0A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15" y="15623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Amount We Need For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97A91-01B2-592B-F627-A2A06E899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15" y="1087349"/>
            <a:ext cx="8596668" cy="3880773"/>
          </a:xfrm>
        </p:spPr>
        <p:txBody>
          <a:bodyPr>
            <a:noAutofit/>
          </a:bodyPr>
          <a:lstStyle/>
          <a:p>
            <a:r>
              <a:rPr lang="en-US" sz="3200" b="1" dirty="0"/>
              <a:t>MVP product: sheet we need $3300 to be able to make 1000 Notebooks and also the system that makes the books.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/>
              <a:t>Established company: HULT Prize amount we will build a well company around the world with great impact </a:t>
            </a:r>
          </a:p>
        </p:txBody>
      </p:sp>
    </p:spTree>
    <p:extLst>
      <p:ext uri="{BB962C8B-B14F-4D97-AF65-F5344CB8AC3E}">
        <p14:creationId xmlns:p14="http://schemas.microsoft.com/office/powerpoint/2010/main" val="3926031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682" y="365191"/>
            <a:ext cx="8596668" cy="1320800"/>
          </a:xfrm>
        </p:spPr>
        <p:txBody>
          <a:bodyPr/>
          <a:lstStyle/>
          <a:p>
            <a:r>
              <a:rPr b="1">
                <a:solidFill>
                  <a:schemeClr val="accent2"/>
                </a:solidFill>
              </a:rPr>
              <a:t>Impact &amp; SDGs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0507" y="1270000"/>
            <a:ext cx="9193534" cy="3798992"/>
          </a:xfrm>
        </p:spPr>
        <p:txBody>
          <a:bodyPr>
            <a:normAutofit/>
          </a:bodyPr>
          <a:lstStyle/>
          <a:p>
            <a:r>
              <a:rPr sz="3200" b="1" dirty="0"/>
              <a:t>1,000 notebooks remove up to 1 ton of plastic waste</a:t>
            </a:r>
            <a:endParaRPr lang="en-US" sz="3200" b="1" dirty="0"/>
          </a:p>
          <a:p>
            <a:r>
              <a:rPr lang="en-US" sz="3200" b="1" dirty="0"/>
              <a:t>Reduced deforestation</a:t>
            </a:r>
          </a:p>
          <a:p>
            <a:r>
              <a:rPr lang="en-US" sz="3200" b="1" dirty="0"/>
              <a:t>Green jobs created</a:t>
            </a:r>
            <a:endParaRPr sz="3200" b="1" dirty="0"/>
          </a:p>
          <a:p>
            <a:pPr marL="812810" lvl="1" indent="0">
              <a:buNone/>
            </a:pPr>
            <a:endParaRPr sz="3200" b="1" dirty="0"/>
          </a:p>
          <a:p>
            <a:pPr marL="812810" lvl="1" indent="0">
              <a:buNone/>
            </a:pPr>
            <a:endParaRPr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9769F9-0B65-98AF-D670-FD08625E5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00" y="4403719"/>
            <a:ext cx="2089090" cy="20890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40A9C3-34FE-1DB1-6E0F-6FDB926E1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374" y="4543455"/>
            <a:ext cx="2089090" cy="2089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351F-F773-C157-1564-A0757F0F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623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Who Gains Profit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1FD23-B855-AED5-D69C-D6359C1B7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02" y="1014775"/>
            <a:ext cx="8596668" cy="3880773"/>
          </a:xfrm>
        </p:spPr>
        <p:txBody>
          <a:bodyPr>
            <a:normAutofit/>
          </a:bodyPr>
          <a:lstStyle/>
          <a:p>
            <a:r>
              <a:rPr lang="en-US" sz="3200" b="1" dirty="0"/>
              <a:t>The community 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/>
              <a:t>Environment </a:t>
            </a:r>
          </a:p>
          <a:p>
            <a:pPr marL="0" indent="0">
              <a:buNone/>
            </a:pPr>
            <a:endParaRPr lang="en-US" sz="3200" b="1" dirty="0"/>
          </a:p>
          <a:p>
            <a:r>
              <a:rPr lang="en-US" sz="3200" b="1" dirty="0"/>
              <a:t>Waste2Learn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56033-097F-9996-ED33-62EFE2E8E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334" y="1291531"/>
            <a:ext cx="5545434" cy="33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4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6CB3-3288-89BD-837C-B30734960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58" y="15623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What We Have Done So Far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8484-1CD7-9AA2-C131-936E37CED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47" y="974171"/>
            <a:ext cx="8596668" cy="4109531"/>
          </a:xfrm>
        </p:spPr>
        <p:txBody>
          <a:bodyPr>
            <a:noAutofit/>
          </a:bodyPr>
          <a:lstStyle/>
          <a:p>
            <a:r>
              <a:rPr lang="en-US" sz="2800" b="1" dirty="0"/>
              <a:t>Done deep research about this project </a:t>
            </a:r>
          </a:p>
          <a:p>
            <a:r>
              <a:rPr lang="en-US" sz="2800" b="1" dirty="0"/>
              <a:t>Created the right formula for the MVP product </a:t>
            </a:r>
          </a:p>
          <a:p>
            <a:r>
              <a:rPr lang="en-US" sz="2800" b="1" dirty="0"/>
              <a:t>We partner an education based startup business OCTALEARN, FARMERS and CARPENTERS.</a:t>
            </a:r>
          </a:p>
          <a:p>
            <a:pPr marL="0" indent="0">
              <a:buNone/>
            </a:pPr>
            <a:r>
              <a:rPr lang="en-US" sz="2800" b="1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A2239-D966-0A1B-3476-D580C1377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10" y="4408536"/>
            <a:ext cx="2315515" cy="2315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244CB0-B49D-CAB1-F8FA-4153D1FF4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988" y="4861443"/>
            <a:ext cx="1409700" cy="1409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57ECD4-CB3C-759C-BC5C-AE0AE7D8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451" y="4863147"/>
            <a:ext cx="14097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3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D46E-0A97-1E2E-3F3C-359D7755D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59" y="196816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Market Distribution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7EBEA-7332-AB11-5715-636427A87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75" y="1110779"/>
            <a:ext cx="1798012" cy="1414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3BFB7-1AB7-8C68-D893-1129C81B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75" y="2763859"/>
            <a:ext cx="1798012" cy="1798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ACD025-B0D7-275F-13A9-83507226A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98" y="4946684"/>
            <a:ext cx="2676525" cy="1714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66C529-3424-8B0B-7CBF-C58760F2F490}"/>
              </a:ext>
            </a:extLst>
          </p:cNvPr>
          <p:cNvSpPr txBox="1"/>
          <p:nvPr/>
        </p:nvSpPr>
        <p:spPr>
          <a:xfrm>
            <a:off x="3394646" y="1436545"/>
            <a:ext cx="42827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/>
              <a:t>Six states in Nigeria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D4B070-CE0B-70F8-1222-E7AE3E2FF6A7}"/>
              </a:ext>
            </a:extLst>
          </p:cNvPr>
          <p:cNvSpPr txBox="1"/>
          <p:nvPr/>
        </p:nvSpPr>
        <p:spPr>
          <a:xfrm>
            <a:off x="3394646" y="3261049"/>
            <a:ext cx="5009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/>
              <a:t>Four Countries in Nigeria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500B9-33B5-FCA1-9154-C08E511E4B05}"/>
              </a:ext>
            </a:extLst>
          </p:cNvPr>
          <p:cNvSpPr txBox="1"/>
          <p:nvPr/>
        </p:nvSpPr>
        <p:spPr>
          <a:xfrm>
            <a:off x="3394646" y="5296869"/>
            <a:ext cx="5009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1" dirty="0"/>
              <a:t>Four Countries in Nigeria </a:t>
            </a:r>
          </a:p>
        </p:txBody>
      </p:sp>
    </p:spTree>
    <p:extLst>
      <p:ext uri="{BB962C8B-B14F-4D97-AF65-F5344CB8AC3E}">
        <p14:creationId xmlns:p14="http://schemas.microsoft.com/office/powerpoint/2010/main" val="3114965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77" y="317578"/>
            <a:ext cx="8596668" cy="1320800"/>
          </a:xfrm>
        </p:spPr>
        <p:txBody>
          <a:bodyPr/>
          <a:lstStyle/>
          <a:p>
            <a:r>
              <a:rPr b="1">
                <a:solidFill>
                  <a:schemeClr val="accent2"/>
                </a:solidFill>
              </a:rP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1061" y="926065"/>
            <a:ext cx="8596668" cy="3880773"/>
          </a:xfrm>
        </p:spPr>
        <p:txBody>
          <a:bodyPr>
            <a:normAutofit/>
          </a:bodyPr>
          <a:lstStyle/>
          <a:p>
            <a:r>
              <a:rPr sz="3200" b="1" dirty="0"/>
              <a:t>Turn waste into learning</a:t>
            </a:r>
            <a:r>
              <a:rPr lang="en-US" sz="3200" b="1" dirty="0"/>
              <a:t> materials.</a:t>
            </a:r>
          </a:p>
          <a:p>
            <a:r>
              <a:rPr lang="en-US" sz="3200" b="1" dirty="0"/>
              <a:t>Reduce cutting down of trees to produce notebooks.</a:t>
            </a:r>
          </a:p>
          <a:p>
            <a:r>
              <a:rPr lang="en-US" sz="3200" b="1" dirty="0"/>
              <a:t>While notebooks are our entry product for education, the same material can produce packaging material.</a:t>
            </a:r>
          </a:p>
          <a:p>
            <a:pPr marL="0" indent="0">
              <a:buNone/>
            </a:pPr>
            <a:endParaRPr sz="3200" b="1" dirty="0"/>
          </a:p>
          <a:p>
            <a:pPr marL="812810" lvl="1" indent="0">
              <a:buNone/>
            </a:pPr>
            <a:endParaRPr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213FE-5273-F606-95B3-FC9994C7B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29" y="4510791"/>
            <a:ext cx="3476958" cy="2143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A9828E-D27F-8968-D78A-0E05F2A1C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264" y="4488913"/>
            <a:ext cx="3120649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8EDAFB-A9DB-8889-B61B-F9691D8B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26" y="297203"/>
            <a:ext cx="1866989" cy="24893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6B58C2-9ECE-5897-BEF9-76CD4B26B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894" y="297203"/>
            <a:ext cx="2522342" cy="25223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1296FF-57FA-45BE-CC5A-0B0ADDB65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84" y="297204"/>
            <a:ext cx="1891756" cy="2522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EDAB-D421-70DB-1941-C1A94445ED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125" y="3632502"/>
            <a:ext cx="1730770" cy="23076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2E99F6-9D15-383F-A65A-575C223D1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6873" y="3566456"/>
            <a:ext cx="2307694" cy="2307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BDB21D-804B-C5B3-E2E6-CB498537A979}"/>
              </a:ext>
            </a:extLst>
          </p:cNvPr>
          <p:cNvSpPr txBox="1"/>
          <p:nvPr/>
        </p:nvSpPr>
        <p:spPr>
          <a:xfrm>
            <a:off x="0" y="2782669"/>
            <a:ext cx="364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IHESIULO AKUNNA COMFORT </a:t>
            </a:r>
          </a:p>
          <a:p>
            <a:pPr algn="l"/>
            <a:r>
              <a:rPr lang="en-US" b="1" dirty="0"/>
              <a:t>FOUNDER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FF554-C823-18D9-50BF-B1F914AF64A6}"/>
              </a:ext>
            </a:extLst>
          </p:cNvPr>
          <p:cNvSpPr txBox="1"/>
          <p:nvPr/>
        </p:nvSpPr>
        <p:spPr>
          <a:xfrm>
            <a:off x="3638942" y="2902858"/>
            <a:ext cx="364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EKEMEZIE EMMANUEL </a:t>
            </a:r>
          </a:p>
          <a:p>
            <a:pPr algn="l"/>
            <a:r>
              <a:rPr lang="en-US" b="1" dirty="0"/>
              <a:t>SYSTEM ENGINEER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27EB88-8980-6391-AFD1-5F10F0A54140}"/>
              </a:ext>
            </a:extLst>
          </p:cNvPr>
          <p:cNvSpPr txBox="1"/>
          <p:nvPr/>
        </p:nvSpPr>
        <p:spPr>
          <a:xfrm>
            <a:off x="7159663" y="2944514"/>
            <a:ext cx="364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IKE VICTORIA </a:t>
            </a:r>
          </a:p>
          <a:p>
            <a:pPr algn="l"/>
            <a:r>
              <a:rPr lang="en-US" b="1" dirty="0"/>
              <a:t>MATERIAL SCIENTIST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60648C-D8DA-4CB2-9DCE-7217B6E47773}"/>
              </a:ext>
            </a:extLst>
          </p:cNvPr>
          <p:cNvSpPr txBox="1"/>
          <p:nvPr/>
        </p:nvSpPr>
        <p:spPr>
          <a:xfrm>
            <a:off x="877304" y="5940196"/>
            <a:ext cx="364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MMEKA DUBEM</a:t>
            </a:r>
          </a:p>
          <a:p>
            <a:pPr algn="l"/>
            <a:r>
              <a:rPr lang="en-US" b="1" dirty="0"/>
              <a:t>FINANCIAL MANAGER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223CDF-D0DC-EB3D-50BE-2254621B2E73}"/>
              </a:ext>
            </a:extLst>
          </p:cNvPr>
          <p:cNvSpPr txBox="1"/>
          <p:nvPr/>
        </p:nvSpPr>
        <p:spPr>
          <a:xfrm>
            <a:off x="4978065" y="5940196"/>
            <a:ext cx="364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ADIGHIJE CHINONSO</a:t>
            </a:r>
          </a:p>
          <a:p>
            <a:pPr algn="l"/>
            <a:r>
              <a:rPr lang="en-US" b="1" dirty="0"/>
              <a:t>DISTRIBUTION MANAGER </a:t>
            </a:r>
          </a:p>
        </p:txBody>
      </p:sp>
    </p:spTree>
    <p:extLst>
      <p:ext uri="{BB962C8B-B14F-4D97-AF65-F5344CB8AC3E}">
        <p14:creationId xmlns:p14="http://schemas.microsoft.com/office/powerpoint/2010/main" val="268394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4B16-8268-94D9-D2B7-2CED04D5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753" y="623512"/>
            <a:ext cx="14630400" cy="20320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THANK YOU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FDCAED-1F7C-6E25-2876-57A67D2CF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139" y="2127148"/>
            <a:ext cx="5102016" cy="2559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395925-4F1C-CFD1-7EEC-723951293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49" y="2064520"/>
            <a:ext cx="2188272" cy="27207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A5206CD-A670-E7FF-5895-64F586CF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812" y="672392"/>
            <a:ext cx="14630400" cy="20320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JOIN US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042479-2EE2-B289-2541-D77A947F7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149" y="5464489"/>
            <a:ext cx="14630400" cy="20320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LET’S CONVERT WASTE INTO FORTUNE </a:t>
            </a:r>
          </a:p>
        </p:txBody>
      </p:sp>
    </p:spTree>
    <p:extLst>
      <p:ext uri="{BB962C8B-B14F-4D97-AF65-F5344CB8AC3E}">
        <p14:creationId xmlns:p14="http://schemas.microsoft.com/office/powerpoint/2010/main" val="715060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PowerPoint Presentation</vt:lpstr>
      <vt:lpstr>The Problem</vt:lpstr>
      <vt:lpstr>Our Solution</vt:lpstr>
      <vt:lpstr>How Waste2Learn Works</vt:lpstr>
      <vt:lpstr>Why Waste2Learn?</vt:lpstr>
      <vt:lpstr>Business Model &amp; Cost Price </vt:lpstr>
      <vt:lpstr>Business Model &amp; Cost Price </vt:lpstr>
      <vt:lpstr>Amount We Need For Startup</vt:lpstr>
      <vt:lpstr>Impact &amp; SDGs</vt:lpstr>
      <vt:lpstr>Who Gains Profit </vt:lpstr>
      <vt:lpstr>What We Have Done So Far </vt:lpstr>
      <vt:lpstr>Market Distribution Plan</vt:lpstr>
      <vt:lpstr>Our Vision</vt:lpstr>
      <vt:lpstr>PowerPoint Presentation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Waste2Learn</dc:title>
  <dc:subject/>
  <dc:creator/>
  <cp:keywords/>
  <dc:description>generated using python-pptx</dc:description>
  <cp:lastModifiedBy>AKUNNA IHESIULO</cp:lastModifiedBy>
  <cp:revision>20</cp:revision>
  <dcterms:created xsi:type="dcterms:W3CDTF">2013-01-27T09:14:16Z</dcterms:created>
  <dcterms:modified xsi:type="dcterms:W3CDTF">2026-01-22T20:59:21Z</dcterms:modified>
  <cp:category/>
</cp:coreProperties>
</file>